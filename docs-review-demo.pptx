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mihailov76.github.io/docuz-test/docs/ru/introduc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64008" cy="2103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128016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Автоматическая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проверка документации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04672" y="3794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пайплайна и адаптация под свои нужды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Исходные. Чего хотел добиться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06040" y="10058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документационного сайта на Docusaurus (MDX-файлы)</a:t>
            </a:r>
            <a:endParaRPr lang="en-US" sz="13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2606040" y="13716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https://amihailov76.github.io/docuz-test/docs/ru/introduction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0467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96596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Кастомизируемая автопроверка документации LLM-агентом по PR с предсказуемым результатом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56032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Линтеры (RU + EN)  +  правила линтеров  +  LLM-агент  +  стайлгайд (MD)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92608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воркфлоу по лейблу — для снижения шума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 чего состоит система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42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7552" y="10424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воркфлоу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20440" y="104241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 процесса. Запускается по лейблу docs-review или вручную.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804672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6093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Python-линтер (RU)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60934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из YAML, regex с поддержкой Unicode. Проверяет docs/ru/. Указывает строку и подсказку замены.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048256"/>
            <a:ext cx="804672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21762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(EN)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17627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Пакеты Microsoft и proselint закоммичены в репо. Проверяет docs/en/.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804672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27432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линтера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27432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WordChoice.yml — запрещенные слова. Substitutions.yml — директивные конструкции.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82112"/>
            <a:ext cx="804672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3101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Стайлгайд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331012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MD-файлов: инструкции, тон, выбор слов, структура предложений, ссылки.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804672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38770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LLM-агент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20440" y="387705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 файлы целиком, получает стайлгайд и результаты линтера, публикует комментарии в PR.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15968"/>
            <a:ext cx="804672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444398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 (опц.)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444398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Централизованный источник правил для нескольких репозиториев. FastAPI на Render.com.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такая реализация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Python-линтер для RU, а не Vale?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использует движок Go RE2 — он не обрабатывает кириллические паттерны на Windows-раннере. Python re с Unicode работает коректно.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15768"/>
            <a:ext cx="3931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0515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для EN?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53619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 инструмент для технических текстов. Пакеты Microsoft и proselint закоммичены в репо — доступ к сети не нужен.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715768"/>
            <a:ext cx="3931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по лейблу, а не на каждый push?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Снижает шум: LLM-анализ нужен не для каждого комита. Писатель сам решает, когда запустить проверку.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36008"/>
            <a:ext cx="3931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9718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 зачем?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45643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источник правил для нескольких репозиториев. Обновил стайлгайд один раз — изменения применяются везде.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4636008"/>
            <a:ext cx="3931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MCP-сервер: единый источник правил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41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6384" y="960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репозиторий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52044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3520440" cy="384048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533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10512"/>
            <a:ext cx="3154680" cy="530352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(MDX-файлы)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1481328" cy="530352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6888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линтера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67712" y="2468880"/>
            <a:ext cx="1481328" cy="530352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7712" y="246888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Стайлгайд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52044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93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не нужен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44568" y="941832"/>
            <a:ext cx="18288" cy="37490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941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56632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репозиториев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1371600"/>
            <a:ext cx="1417320" cy="566928"/>
          </a:xfrm>
          <a:prstGeom prst="rect">
            <a:avLst/>
          </a:prstGeom>
          <a:solidFill>
            <a:srgbClr val="F9F9F9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3716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1655064"/>
            <a:ext cx="1371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2176272"/>
            <a:ext cx="1417320" cy="566928"/>
          </a:xfrm>
          <a:prstGeom prst="rect">
            <a:avLst/>
          </a:prstGeom>
          <a:solidFill>
            <a:srgbClr val="F9F9F9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1762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0488" y="2459736"/>
            <a:ext cx="1371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980944"/>
            <a:ext cx="1417320" cy="566928"/>
          </a:xfrm>
          <a:prstGeom prst="rect">
            <a:avLst/>
          </a:prstGeom>
          <a:solidFill>
            <a:srgbClr val="F9F9F9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98094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0488" y="3264408"/>
            <a:ext cx="1371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27648" y="1655064"/>
            <a:ext cx="0" cy="1609344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27648" y="2459736"/>
            <a:ext cx="576072" cy="0"/>
          </a:xfrm>
          <a:prstGeom prst="line">
            <a:avLst/>
          </a:prstGeom>
          <a:noFill/>
          <a:ln w="25400">
            <a:solidFill>
              <a:srgbClr val="1A2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2552" y="229514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03720" y="2176272"/>
            <a:ext cx="17373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21762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03720" y="2852928"/>
            <a:ext cx="1737360" cy="457200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линтера  |  Стайлгайд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27448" y="3383280"/>
            <a:ext cx="40233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34930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Обновил правила один раз — изменения везде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Воркфлоу: от лейбла до комментариев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274320" cy="27432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7552" y="10332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033272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навешивает лейбл docs-review на PR. GitHub запускает воркфлоу.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18488"/>
            <a:ext cx="274320" cy="27432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1600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600200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Воркфлоу определяет, какие .mdx изменились в PR. Нет файлов — завершается без ошибки.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85416"/>
            <a:ext cx="274320" cy="27432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" y="21671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167128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 MCP-серверу: правила линтера + стайлгайд. Если сервер недоступен — берутся локальные файлы из репозитория.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52344"/>
            <a:ext cx="274320" cy="27432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27340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Линтинг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2734056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Параллельно: Python-линтер (RU) + Vale (EN) с правилами из шага 3. Результаты — один JSON.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19272"/>
            <a:ext cx="274320" cy="27432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7552" y="3300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LLM-анализ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3300984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читает файлы целиком, стайлгайд из шага 3 и JSON линтера. Отправляет в LLM, получает замечания.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" y="38679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3867912"/>
            <a:ext cx="626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Inline-комментарии на строках из diff. Остальное — в сводке review. Тип COMMENT, мерж не блокируется.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Линтер и LLM-агент: разные задачи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Линтер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3794760" cy="3657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005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LLM-агент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892040" y="1389888"/>
            <a:ext cx="3794760" cy="3657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44568" y="987552"/>
            <a:ext cx="18288" cy="38404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Паттерны (regex) из YAML-файлов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Детерминированный результат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Запрещенные слова, маркетинговые прилагательные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Канцеляризмы: в большинстве случаев, осуществить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Директивы: вы должны → вам нужно, запрещено → не поддерживается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Антропоморфизмы: система понимает → система обрабатывает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Указывает строку, правило, подсказку замены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 файл целиком — видит контекст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JSON линтера — не дублирует замечания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Нейтральный тон, структура инструкций, ясность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только на строках из diff PR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Остальные — в сводке review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при сбое LLM: публикует только линтер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COMMENT — не блокирует мерж PR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Кастомизация и дополнение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правило в линтер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18488"/>
            <a:ext cx="164592" cy="274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481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styles/Russian/WordChoice.yml или Substitutions.yml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911096"/>
            <a:ext cx="164592" cy="274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77393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паттерн (regex) и подсказку замены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203704"/>
            <a:ext cx="164592" cy="274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0665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Запуште в main — правило работает со следующего PR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80467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00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Обновить стайлгайд для LLM-агента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944368"/>
            <a:ext cx="164592" cy="274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80720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Отредактируйте нужный файл в style_guide/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236976"/>
            <a:ext cx="164592" cy="274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09981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применяются сразу — при следующей проверке агент уже использует новые правила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80467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758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MCP-сервер: единый источник правил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4270248"/>
            <a:ext cx="164592" cy="274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1330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MCP-сервер обслуживает все контентные репозитории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562856"/>
            <a:ext cx="164592" cy="274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42569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Обновили правила — изменения применяются везде автоматически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855464"/>
            <a:ext cx="164592" cy="274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71830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Стайлгайд и правила доступны через MCP в Claude Desktop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64008" cy="20116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8872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Демо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04672" y="29260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Создаем PR с нарушениями — смотрим, что поймает пайплайн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 Review Pipeline</dc:title>
  <dc:subject>PptxGenJS Presentation</dc:subject>
  <dc:creator>PptxGenJS</dc:creator>
  <cp:lastModifiedBy>PptxGenJS</cp:lastModifiedBy>
  <cp:revision>1</cp:revision>
  <dcterms:created xsi:type="dcterms:W3CDTF">2026-06-01T19:11:02Z</dcterms:created>
  <dcterms:modified xsi:type="dcterms:W3CDTF">2026-06-01T19:11:02Z</dcterms:modified>
</cp:coreProperties>
</file>